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094770-EEEF-43C9-92C5-30716327CDBC}" v="10" dt="2026-08-06T04:54:28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itmv27@outlook.com" userId="416ad68e34b30614" providerId="LiveId" clId="{98698F2A-5F97-411D-99EA-CD7ECC1E1209}"/>
    <pc:docChg chg="undo custSel addSld delSld modSld sldOrd">
      <pc:chgData name="prajitmv27@outlook.com" userId="416ad68e34b30614" providerId="LiveId" clId="{98698F2A-5F97-411D-99EA-CD7ECC1E1209}" dt="2026-08-11T04:31:01.305" v="124" actId="14100"/>
      <pc:docMkLst>
        <pc:docMk/>
      </pc:docMkLst>
      <pc:sldChg chg="addSp modSp mod">
        <pc:chgData name="prajitmv27@outlook.com" userId="416ad68e34b30614" providerId="LiveId" clId="{98698F2A-5F97-411D-99EA-CD7ECC1E1209}" dt="2026-08-06T04:56:42.827" v="100" actId="1076"/>
        <pc:sldMkLst>
          <pc:docMk/>
          <pc:sldMk cId="0" sldId="256"/>
        </pc:sldMkLst>
        <pc:spChg chg="mod">
          <ac:chgData name="prajitmv27@outlook.com" userId="416ad68e34b30614" providerId="LiveId" clId="{98698F2A-5F97-411D-99EA-CD7ECC1E1209}" dt="2026-08-06T04:54:13.810" v="4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ajitmv27@outlook.com" userId="416ad68e34b30614" providerId="LiveId" clId="{98698F2A-5F97-411D-99EA-CD7ECC1E1209}" dt="2026-08-06T04:51:44.596" v="39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rajitmv27@outlook.com" userId="416ad68e34b30614" providerId="LiveId" clId="{98698F2A-5F97-411D-99EA-CD7ECC1E1209}" dt="2026-08-06T04:56:42.827" v="100" actId="1076"/>
          <ac:spMkLst>
            <pc:docMk/>
            <pc:sldMk cId="0" sldId="256"/>
            <ac:spMk id="4" creationId="{1FCEB603-E4CD-E668-2C26-45D5E83FF376}"/>
          </ac:spMkLst>
        </pc:spChg>
      </pc:sldChg>
      <pc:sldChg chg="modSp mod">
        <pc:chgData name="prajitmv27@outlook.com" userId="416ad68e34b30614" providerId="LiveId" clId="{98698F2A-5F97-411D-99EA-CD7ECC1E1209}" dt="2026-08-06T04:41:35.834" v="21" actId="20577"/>
        <pc:sldMkLst>
          <pc:docMk/>
          <pc:sldMk cId="0" sldId="264"/>
        </pc:sldMkLst>
        <pc:spChg chg="mod">
          <ac:chgData name="prajitmv27@outlook.com" userId="416ad68e34b30614" providerId="LiveId" clId="{98698F2A-5F97-411D-99EA-CD7ECC1E1209}" dt="2026-08-06T04:41:35.834" v="21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new del mod">
        <pc:chgData name="prajitmv27@outlook.com" userId="416ad68e34b30614" providerId="LiveId" clId="{98698F2A-5F97-411D-99EA-CD7ECC1E1209}" dt="2026-08-11T04:29:09.496" v="111" actId="2696"/>
        <pc:sldMkLst>
          <pc:docMk/>
          <pc:sldMk cId="3384868667" sldId="266"/>
        </pc:sldMkLst>
      </pc:sldChg>
      <pc:sldChg chg="addSp delSp modSp new del mod">
        <pc:chgData name="prajitmv27@outlook.com" userId="416ad68e34b30614" providerId="LiveId" clId="{98698F2A-5F97-411D-99EA-CD7ECC1E1209}" dt="2026-08-11T04:29:03.124" v="110" actId="2696"/>
        <pc:sldMkLst>
          <pc:docMk/>
          <pc:sldMk cId="718485523" sldId="267"/>
        </pc:sldMkLst>
      </pc:sldChg>
      <pc:sldChg chg="addSp delSp modSp new mod ord">
        <pc:chgData name="prajitmv27@outlook.com" userId="416ad68e34b30614" providerId="LiveId" clId="{98698F2A-5F97-411D-99EA-CD7ECC1E1209}" dt="2026-08-11T04:28:49.734" v="109" actId="14100"/>
        <pc:sldMkLst>
          <pc:docMk/>
          <pc:sldMk cId="3419440088" sldId="268"/>
        </pc:sldMkLst>
        <pc:spChg chg="del">
          <ac:chgData name="prajitmv27@outlook.com" userId="416ad68e34b30614" providerId="LiveId" clId="{98698F2A-5F97-411D-99EA-CD7ECC1E1209}" dt="2026-08-11T04:28:30.349" v="104" actId="22"/>
          <ac:spMkLst>
            <pc:docMk/>
            <pc:sldMk cId="3419440088" sldId="268"/>
            <ac:spMk id="3" creationId="{56854E60-75C1-76E7-8A03-478DD8898CAD}"/>
          </ac:spMkLst>
        </pc:spChg>
        <pc:picChg chg="add mod ord">
          <ac:chgData name="prajitmv27@outlook.com" userId="416ad68e34b30614" providerId="LiveId" clId="{98698F2A-5F97-411D-99EA-CD7ECC1E1209}" dt="2026-08-11T04:28:49.734" v="109" actId="14100"/>
          <ac:picMkLst>
            <pc:docMk/>
            <pc:sldMk cId="3419440088" sldId="268"/>
            <ac:picMk id="5" creationId="{6F7E1675-2DE7-2CDD-7EB3-75152121B7A8}"/>
          </ac:picMkLst>
        </pc:picChg>
      </pc:sldChg>
      <pc:sldChg chg="addSp delSp modSp new mod">
        <pc:chgData name="prajitmv27@outlook.com" userId="416ad68e34b30614" providerId="LiveId" clId="{98698F2A-5F97-411D-99EA-CD7ECC1E1209}" dt="2026-08-11T04:29:52.779" v="118" actId="14100"/>
        <pc:sldMkLst>
          <pc:docMk/>
          <pc:sldMk cId="2931479839" sldId="269"/>
        </pc:sldMkLst>
        <pc:spChg chg="del">
          <ac:chgData name="prajitmv27@outlook.com" userId="416ad68e34b30614" providerId="LiveId" clId="{98698F2A-5F97-411D-99EA-CD7ECC1E1209}" dt="2026-08-11T04:29:35.095" v="113" actId="22"/>
          <ac:spMkLst>
            <pc:docMk/>
            <pc:sldMk cId="2931479839" sldId="269"/>
            <ac:spMk id="3" creationId="{A8BC2B2B-5998-AF57-0BE0-A86B7874E006}"/>
          </ac:spMkLst>
        </pc:spChg>
        <pc:picChg chg="add mod ord">
          <ac:chgData name="prajitmv27@outlook.com" userId="416ad68e34b30614" providerId="LiveId" clId="{98698F2A-5F97-411D-99EA-CD7ECC1E1209}" dt="2026-08-11T04:29:52.779" v="118" actId="14100"/>
          <ac:picMkLst>
            <pc:docMk/>
            <pc:sldMk cId="2931479839" sldId="269"/>
            <ac:picMk id="5" creationId="{BF2E0166-91EB-DD61-FEB4-71D8B3BB7D90}"/>
          </ac:picMkLst>
        </pc:picChg>
      </pc:sldChg>
      <pc:sldChg chg="addSp delSp modSp new mod">
        <pc:chgData name="prajitmv27@outlook.com" userId="416ad68e34b30614" providerId="LiveId" clId="{98698F2A-5F97-411D-99EA-CD7ECC1E1209}" dt="2026-08-11T04:31:01.305" v="124" actId="14100"/>
        <pc:sldMkLst>
          <pc:docMk/>
          <pc:sldMk cId="3045670983" sldId="270"/>
        </pc:sldMkLst>
        <pc:spChg chg="del">
          <ac:chgData name="prajitmv27@outlook.com" userId="416ad68e34b30614" providerId="LiveId" clId="{98698F2A-5F97-411D-99EA-CD7ECC1E1209}" dt="2026-08-11T04:30:45.029" v="120" actId="22"/>
          <ac:spMkLst>
            <pc:docMk/>
            <pc:sldMk cId="3045670983" sldId="270"/>
            <ac:spMk id="3" creationId="{6D529530-8C19-139C-7C21-8C43A0589658}"/>
          </ac:spMkLst>
        </pc:spChg>
        <pc:picChg chg="add mod ord">
          <ac:chgData name="prajitmv27@outlook.com" userId="416ad68e34b30614" providerId="LiveId" clId="{98698F2A-5F97-411D-99EA-CD7ECC1E1209}" dt="2026-08-11T04:31:01.305" v="124" actId="14100"/>
          <ac:picMkLst>
            <pc:docMk/>
            <pc:sldMk cId="3045670983" sldId="270"/>
            <ac:picMk id="5" creationId="{00BA46A4-52D7-254C-16E9-874A9963B52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DFD4-8FB9-18C2-47AB-7D08E28A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7E1675-2DE7-2CDD-7EB3-75152121B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490"/>
            <a:ext cx="9144000" cy="68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4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Satellite Internet Communication using the OSI Model</a:t>
            </a:r>
            <a:br>
              <a:rPr lang="en-US" b="1" dirty="0"/>
            </a:br>
            <a:r>
              <a:rPr lang="en-IN" b="1" dirty="0"/>
              <a:t>CSA-0720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2155" y="5341375"/>
            <a:ext cx="6400800" cy="1752600"/>
          </a:xfrm>
        </p:spPr>
        <p:txBody>
          <a:bodyPr>
            <a:normAutofit/>
          </a:bodyPr>
          <a:lstStyle/>
          <a:p>
            <a:pPr algn="l">
              <a:defRPr sz="2200"/>
            </a:pPr>
            <a:r>
              <a:rPr dirty="0">
                <a:solidFill>
                  <a:schemeClr val="tx1"/>
                </a:solidFill>
              </a:rPr>
              <a:t>Presented by: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defRPr sz="2200"/>
            </a:pPr>
            <a:r>
              <a:rPr lang="en-IN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Prajit.M.V</a:t>
            </a:r>
            <a:r>
              <a:rPr lang="en-US" dirty="0">
                <a:solidFill>
                  <a:schemeClr val="tx1"/>
                </a:solidFill>
              </a:rPr>
              <a:t>(192521088)</a:t>
            </a:r>
          </a:p>
          <a:p>
            <a:pPr algn="l">
              <a:defRPr sz="2200"/>
            </a:pPr>
            <a:r>
              <a:rPr lang="en-US" dirty="0">
                <a:solidFill>
                  <a:schemeClr val="tx1"/>
                </a:solidFill>
              </a:rPr>
              <a:t>     Guru </a:t>
            </a:r>
            <a:r>
              <a:rPr lang="en-US" dirty="0" err="1">
                <a:solidFill>
                  <a:schemeClr val="tx1"/>
                </a:solidFill>
              </a:rPr>
              <a:t>Charan.M</a:t>
            </a:r>
            <a:r>
              <a:rPr lang="en-US" dirty="0">
                <a:solidFill>
                  <a:schemeClr val="tx1"/>
                </a:solidFill>
              </a:rPr>
              <a:t>(192524434)</a:t>
            </a:r>
            <a:br>
              <a:rPr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2" descr="SIMATS ENGINEERING —BIOTECHNOLOGY">
            <a:extLst>
              <a:ext uri="{FF2B5EF4-FFF2-40B4-BE49-F238E27FC236}">
                <a16:creationId xmlns:a16="http://schemas.microsoft.com/office/drawing/2014/main" id="{BA418DF0-9B2D-4CB2-D790-610A7114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119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EB603-E4CD-E668-2C26-45D5E83FF376}"/>
              </a:ext>
            </a:extLst>
          </p:cNvPr>
          <p:cNvSpPr txBox="1"/>
          <p:nvPr/>
        </p:nvSpPr>
        <p:spPr>
          <a:xfrm>
            <a:off x="157316" y="5453220"/>
            <a:ext cx="3421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IN" sz="2000" dirty="0" err="1"/>
              <a:t>uided</a:t>
            </a:r>
            <a:r>
              <a:rPr lang="en-IN" sz="2000" dirty="0"/>
              <a:t> By:</a:t>
            </a:r>
          </a:p>
          <a:p>
            <a:r>
              <a:rPr lang="en-IN" sz="2400" dirty="0"/>
              <a:t>       Agnes </a:t>
            </a:r>
            <a:r>
              <a:rPr lang="en-IN" sz="2400" dirty="0" err="1"/>
              <a:t>Shiffani.S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152" y="274638"/>
            <a:ext cx="5949696" cy="1143000"/>
          </a:xfrm>
        </p:spPr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560" y="1924664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/>
              <a:t>Internet service provided through communication satellites.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/>
              <a:t>Connects remote and rural areas.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/>
              <a:t>Uses satellites orbiting the Earth.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/>
              <a:t>Provides global internet connectivity.</a:t>
            </a:r>
            <a:br>
              <a:rPr dirty="0"/>
            </a:br>
            <a:r>
              <a:rPr dirty="0"/>
              <a:t>• Examples: Starlink, OneWeb, HughesNet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9DAB2C6-D0BC-C4DB-0478-66C0022B3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3E659E99-5D5F-6BDD-B519-2F9072BA7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Basic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B20B51-28E7-5775-DAA5-6CAA766D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8745"/>
            <a:ext cx="8229600" cy="4488872"/>
          </a:xfrm>
          <a:prstGeom prst="rect">
            <a:avLst/>
          </a:prstGeom>
        </p:spPr>
      </p:pic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7AAAFCF1-058B-7B0D-F098-F761F07DF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9832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18080B2F-1BDC-3862-FFB6-07C8FF9A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OSI Model Overview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F1272B-BB45-A697-5855-7F4D49460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600200"/>
            <a:ext cx="7954297" cy="4525963"/>
          </a:xfrm>
          <a:prstGeom prst="rect">
            <a:avLst/>
          </a:prstGeom>
        </p:spPr>
      </p:pic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68079861-6B38-5488-BB1F-73CF70E96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4D88E1EF-E601-B0FD-4A39-2DC5B3E7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Physical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endParaRPr lang="en-IN" dirty="0"/>
          </a:p>
          <a:p>
            <a:pPr marL="0" indent="0">
              <a:buNone/>
              <a:defRPr sz="2200"/>
            </a:pPr>
            <a:r>
              <a:rPr lang="en-IN" sz="2800" b="1" dirty="0"/>
              <a:t>Role in Satellite Internet</a:t>
            </a:r>
          </a:p>
          <a:p>
            <a:pPr>
              <a:defRPr sz="2200"/>
            </a:pPr>
            <a:r>
              <a:rPr lang="en-IN" dirty="0"/>
              <a:t>Converts data into radio waves.</a:t>
            </a:r>
          </a:p>
          <a:p>
            <a:pPr>
              <a:defRPr sz="2200"/>
            </a:pPr>
            <a:r>
              <a:rPr lang="en-IN" dirty="0"/>
              <a:t>Transmits signals between Earth station and satellite.</a:t>
            </a:r>
          </a:p>
          <a:p>
            <a:pPr>
              <a:defRPr sz="2200"/>
            </a:pPr>
            <a:r>
              <a:rPr lang="en-IN" dirty="0"/>
              <a:t>Uses microwave frequencies (Ku, Ka, C Band).</a:t>
            </a:r>
          </a:p>
          <a:p>
            <a:pPr>
              <a:defRPr sz="2200"/>
            </a:pPr>
            <a:r>
              <a:rPr lang="en-IN" dirty="0"/>
              <a:t>Handles modulation and transmission.</a:t>
            </a:r>
          </a:p>
          <a:p>
            <a:pPr marL="0" indent="0">
              <a:buNone/>
              <a:defRPr sz="2200"/>
            </a:pPr>
            <a:r>
              <a:rPr lang="en-IN" sz="2800" b="1" dirty="0"/>
              <a:t>Devices:</a:t>
            </a:r>
          </a:p>
          <a:p>
            <a:pPr>
              <a:defRPr sz="2200"/>
            </a:pPr>
            <a:r>
              <a:rPr lang="en-IN" dirty="0"/>
              <a:t>Satellite dish</a:t>
            </a:r>
          </a:p>
          <a:p>
            <a:pPr>
              <a:defRPr sz="2200"/>
            </a:pPr>
            <a:r>
              <a:rPr lang="en-IN" dirty="0"/>
              <a:t>Antenna</a:t>
            </a:r>
          </a:p>
          <a:p>
            <a:pPr>
              <a:defRPr sz="2200"/>
            </a:pPr>
            <a:r>
              <a:rPr lang="en-IN" dirty="0"/>
              <a:t>Modem</a:t>
            </a:r>
            <a:endParaRPr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C6CFF3AA-EC31-8B1D-2BE8-BA99A06BB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A7C2902C-2092-1F67-791F-A125863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Link &amp;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sz="2800" b="1" dirty="0"/>
              <a:t>Data Link Layer:</a:t>
            </a:r>
          </a:p>
          <a:p>
            <a:pPr>
              <a:defRPr sz="2200"/>
            </a:pPr>
            <a:r>
              <a:rPr lang="en-US" dirty="0"/>
              <a:t>Creates frames</a:t>
            </a:r>
          </a:p>
          <a:p>
            <a:pPr>
              <a:defRPr sz="2200"/>
            </a:pPr>
            <a:r>
              <a:rPr lang="en-US" dirty="0"/>
              <a:t>Detects transmission errors</a:t>
            </a:r>
          </a:p>
          <a:p>
            <a:pPr>
              <a:defRPr sz="2200"/>
            </a:pPr>
            <a:r>
              <a:rPr lang="en-US" dirty="0"/>
              <a:t>Performs MAC addressing</a:t>
            </a:r>
          </a:p>
          <a:p>
            <a:pPr>
              <a:defRPr sz="2200"/>
            </a:pPr>
            <a:r>
              <a:rPr lang="en-US" dirty="0"/>
              <a:t>Controls access to the communication channel</a:t>
            </a:r>
          </a:p>
          <a:p>
            <a:pPr marL="0" indent="0">
              <a:buNone/>
              <a:defRPr sz="2200"/>
            </a:pPr>
            <a:r>
              <a:rPr lang="en-US" sz="2800" b="1" dirty="0"/>
              <a:t>Network Layer:</a:t>
            </a:r>
          </a:p>
          <a:p>
            <a:pPr>
              <a:defRPr sz="2200"/>
            </a:pPr>
            <a:r>
              <a:rPr lang="en-US" dirty="0"/>
              <a:t>Assigns IP addresses</a:t>
            </a:r>
          </a:p>
          <a:p>
            <a:pPr>
              <a:defRPr sz="2200"/>
            </a:pPr>
            <a:r>
              <a:rPr lang="en-US" dirty="0"/>
              <a:t>Determines routing path</a:t>
            </a:r>
          </a:p>
          <a:p>
            <a:pPr>
              <a:defRPr sz="2200"/>
            </a:pPr>
            <a:r>
              <a:rPr lang="en-US" dirty="0"/>
              <a:t>Transfers packets through satellites</a:t>
            </a:r>
          </a:p>
          <a:p>
            <a:pPr>
              <a:defRPr sz="2200"/>
            </a:pPr>
            <a:r>
              <a:rPr lang="en-US" dirty="0"/>
              <a:t>Handles fragmentation</a:t>
            </a:r>
            <a:endParaRPr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381D8F2-E124-2BBD-8DBC-E09AB82EC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213ECD0E-A7F6-1191-6289-51296BB4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Transport &amp;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sz="2800" b="1" dirty="0"/>
              <a:t>Transport Layer:</a:t>
            </a:r>
          </a:p>
          <a:p>
            <a:pPr>
              <a:defRPr sz="2200"/>
            </a:pPr>
            <a:r>
              <a:rPr lang="en-US" dirty="0"/>
              <a:t>TCP/UDP communication</a:t>
            </a:r>
          </a:p>
          <a:p>
            <a:pPr>
              <a:defRPr sz="2200"/>
            </a:pPr>
            <a:r>
              <a:rPr lang="en-US" dirty="0"/>
              <a:t>Error recovery</a:t>
            </a:r>
          </a:p>
          <a:p>
            <a:pPr>
              <a:defRPr sz="2200"/>
            </a:pPr>
            <a:r>
              <a:rPr lang="en-US" dirty="0"/>
              <a:t>Flow control</a:t>
            </a:r>
          </a:p>
          <a:p>
            <a:pPr>
              <a:defRPr sz="2200"/>
            </a:pPr>
            <a:r>
              <a:rPr lang="en-US" dirty="0"/>
              <a:t>Retransmission of lost packets</a:t>
            </a:r>
          </a:p>
          <a:p>
            <a:pPr marL="0" indent="0">
              <a:buNone/>
              <a:defRPr sz="2200"/>
            </a:pPr>
            <a:r>
              <a:rPr lang="en-US" sz="2800" b="1" dirty="0"/>
              <a:t>Session Layer:</a:t>
            </a:r>
          </a:p>
          <a:p>
            <a:pPr>
              <a:defRPr sz="2200"/>
            </a:pPr>
            <a:r>
              <a:rPr lang="en-US" dirty="0"/>
              <a:t>Establishes communication session</a:t>
            </a:r>
          </a:p>
          <a:p>
            <a:pPr>
              <a:defRPr sz="2200"/>
            </a:pPr>
            <a:r>
              <a:rPr lang="en-US" dirty="0"/>
              <a:t>Synchronization</a:t>
            </a:r>
          </a:p>
          <a:p>
            <a:pPr>
              <a:defRPr sz="2200"/>
            </a:pPr>
            <a:r>
              <a:rPr lang="en-US" dirty="0"/>
              <a:t>Session recovery</a:t>
            </a:r>
          </a:p>
          <a:p>
            <a:pPr>
              <a:defRPr sz="2200"/>
            </a:pPr>
            <a:r>
              <a:rPr lang="en-US" dirty="0"/>
              <a:t>Maintains active connections</a:t>
            </a:r>
            <a:endParaRPr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586A6817-311B-FDBD-06A9-80C0BDECF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B0FD6547-C0E1-CCB2-627E-4CC44B317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Presentation &amp;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200"/>
            </a:pPr>
            <a:r>
              <a:rPr lang="en-IN" sz="2800" b="1" dirty="0"/>
              <a:t>Presentation Layer:</a:t>
            </a:r>
          </a:p>
          <a:p>
            <a:pPr>
              <a:defRPr sz="2200"/>
            </a:pPr>
            <a:r>
              <a:rPr lang="en-IN" dirty="0"/>
              <a:t>Data encryption</a:t>
            </a:r>
          </a:p>
          <a:p>
            <a:pPr>
              <a:defRPr sz="2200"/>
            </a:pPr>
            <a:r>
              <a:rPr lang="en-IN" dirty="0"/>
              <a:t>Compression</a:t>
            </a:r>
          </a:p>
          <a:p>
            <a:pPr>
              <a:defRPr sz="2200"/>
            </a:pPr>
            <a:r>
              <a:rPr lang="en-IN" dirty="0"/>
              <a:t>Data formatting</a:t>
            </a:r>
          </a:p>
          <a:p>
            <a:pPr marL="0" indent="0">
              <a:buNone/>
              <a:defRPr sz="2200"/>
            </a:pPr>
            <a:r>
              <a:rPr lang="en-IN" sz="2800" b="1" dirty="0"/>
              <a:t>Application Layer:</a:t>
            </a:r>
          </a:p>
          <a:p>
            <a:pPr marL="0" indent="0">
              <a:buNone/>
              <a:defRPr sz="2200"/>
            </a:pPr>
            <a:r>
              <a:rPr lang="en-IN" dirty="0"/>
              <a:t>   Services used by users:</a:t>
            </a:r>
          </a:p>
          <a:p>
            <a:pPr>
              <a:defRPr sz="2200"/>
            </a:pPr>
            <a:r>
              <a:rPr lang="en-IN" dirty="0"/>
              <a:t>Web Browsing</a:t>
            </a:r>
          </a:p>
          <a:p>
            <a:pPr>
              <a:defRPr sz="2200"/>
            </a:pPr>
            <a:r>
              <a:rPr lang="en-IN" dirty="0"/>
              <a:t>Video Streaming</a:t>
            </a:r>
          </a:p>
          <a:p>
            <a:pPr>
              <a:defRPr sz="2200"/>
            </a:pPr>
            <a:r>
              <a:rPr lang="en-IN" dirty="0"/>
              <a:t>Email</a:t>
            </a:r>
          </a:p>
          <a:p>
            <a:pPr>
              <a:defRPr sz="2200"/>
            </a:pPr>
            <a:r>
              <a:rPr lang="en-IN" dirty="0"/>
              <a:t>Cloud Computing</a:t>
            </a:r>
          </a:p>
          <a:p>
            <a:pPr>
              <a:defRPr sz="2200"/>
            </a:pPr>
            <a:r>
              <a:rPr lang="en-IN" dirty="0"/>
              <a:t>Video Conferencing</a:t>
            </a:r>
            <a:endParaRPr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2653EDFC-3661-80BA-9948-8140D5736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0A3F5C9-3630-1A9D-022F-35BB2C5A0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sz="2800" b="1" dirty="0"/>
              <a:t>Advantages:</a:t>
            </a:r>
          </a:p>
          <a:p>
            <a:pPr>
              <a:defRPr sz="2200"/>
            </a:pPr>
            <a:r>
              <a:rPr lang="en-US" dirty="0"/>
              <a:t>Global coverage</a:t>
            </a:r>
          </a:p>
          <a:p>
            <a:pPr>
              <a:defRPr sz="2200"/>
            </a:pPr>
            <a:r>
              <a:rPr lang="en-US" dirty="0"/>
              <a:t>Works in remote locations</a:t>
            </a:r>
          </a:p>
          <a:p>
            <a:pPr>
              <a:defRPr sz="2200"/>
            </a:pPr>
            <a:r>
              <a:rPr lang="en-US" dirty="0"/>
              <a:t>High-speed internet</a:t>
            </a:r>
          </a:p>
          <a:p>
            <a:pPr>
              <a:defRPr sz="2200"/>
            </a:pPr>
            <a:r>
              <a:rPr lang="en-US" dirty="0"/>
              <a:t>Disaster recovery communication</a:t>
            </a:r>
          </a:p>
          <a:p>
            <a:pPr marL="0" indent="0">
              <a:buNone/>
              <a:defRPr sz="2200"/>
            </a:pPr>
            <a:r>
              <a:rPr lang="en-US" sz="2800" b="1" dirty="0"/>
              <a:t>Challenges:</a:t>
            </a:r>
          </a:p>
          <a:p>
            <a:pPr>
              <a:defRPr sz="2200"/>
            </a:pPr>
            <a:r>
              <a:rPr lang="en-US" dirty="0"/>
              <a:t>High latency (especially GEO satellites)</a:t>
            </a:r>
          </a:p>
          <a:p>
            <a:pPr>
              <a:defRPr sz="2200"/>
            </a:pPr>
            <a:r>
              <a:rPr lang="en-US" dirty="0"/>
              <a:t>Weather interference</a:t>
            </a:r>
          </a:p>
          <a:p>
            <a:pPr>
              <a:defRPr sz="2200"/>
            </a:pPr>
            <a:r>
              <a:rPr lang="en-US" dirty="0"/>
              <a:t>Expensive equipment</a:t>
            </a:r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9166B177-4FC9-6A45-D6B6-50156530E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B6A80D55-68DC-D548-B611-5280C10A5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IN" dirty="0"/>
          </a:p>
          <a:p>
            <a:pPr>
              <a:defRPr sz="2200"/>
            </a:pPr>
            <a:r>
              <a:rPr lang="en-IN" dirty="0"/>
              <a:t>Satellite Internet enables worldwide connectivity.</a:t>
            </a:r>
          </a:p>
          <a:p>
            <a:pPr>
              <a:defRPr sz="2200"/>
            </a:pPr>
            <a:r>
              <a:rPr lang="en-IN" dirty="0"/>
              <a:t>Every OSI layer has a specific responsibility.</a:t>
            </a:r>
          </a:p>
          <a:p>
            <a:pPr>
              <a:defRPr sz="2200"/>
            </a:pPr>
            <a:r>
              <a:rPr lang="en-IN" dirty="0"/>
              <a:t>The OSI model ensures reliable, secure, and efficient communication.</a:t>
            </a:r>
          </a:p>
          <a:p>
            <a:pPr>
              <a:defRPr sz="2200"/>
            </a:pPr>
            <a:r>
              <a:rPr lang="en-IN" dirty="0"/>
              <a:t>Modern LEO satellites provide faster and lower-latency internet than traditional GEO satellites.</a:t>
            </a:r>
            <a:endParaRPr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026A99C-E02F-5C1C-8992-E8634A770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7" y="0"/>
            <a:ext cx="1364073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AE62CD39-AE76-8706-F427-CF43C86F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2E7C-9F77-EF0C-9E62-589496EA3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BA46A4-52D7-254C-16E9-874A9963B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4" y="0"/>
            <a:ext cx="8858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7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98AD-D034-1AE4-3FAE-1115F34B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E0166-91EB-DD61-FEB4-71D8B3BB7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7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285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Satellite Internet Communication using the OSI Model CSA-0720</vt:lpstr>
      <vt:lpstr>Introduction</vt:lpstr>
      <vt:lpstr>Basic Architecture</vt:lpstr>
      <vt:lpstr>OSI Model Overview</vt:lpstr>
      <vt:lpstr>Physical Layer</vt:lpstr>
      <vt:lpstr>Data Link &amp; Network</vt:lpstr>
      <vt:lpstr>Transport &amp; Session</vt:lpstr>
      <vt:lpstr>Presentation &amp; Application</vt:lpstr>
      <vt:lpstr>Advantages &amp; Challenges</vt:lpstr>
      <vt:lpstr>Conclusion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prajitmv27@outlook.com</cp:lastModifiedBy>
  <cp:revision>2</cp:revision>
  <dcterms:created xsi:type="dcterms:W3CDTF">2013-01-27T09:14:16Z</dcterms:created>
  <dcterms:modified xsi:type="dcterms:W3CDTF">2026-08-11T04:31:10Z</dcterms:modified>
  <cp:category/>
</cp:coreProperties>
</file>